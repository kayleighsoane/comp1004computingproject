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89" r:id="rId5"/>
    <p:sldId id="258" r:id="rId6"/>
    <p:sldId id="281" r:id="rId7"/>
    <p:sldId id="294" r:id="rId8"/>
    <p:sldId id="280" r:id="rId9"/>
    <p:sldId id="291" r:id="rId10"/>
    <p:sldId id="288" r:id="rId11"/>
    <p:sldId id="293" r:id="rId12"/>
    <p:sldId id="266" r:id="rId13"/>
    <p:sldId id="2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98D654-4706-44BC-A36B-926BBF0BEFCE}" v="26" dt="2026-01-11T13:53:03.1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655" autoAdjust="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) Kayleigh Soane" userId="f8dbaa42-2333-4e23-b28d-05c35a89c433" providerId="ADAL" clId="{336BB10F-BD23-42AC-9AD4-CF25DA6BEA2D}"/>
    <pc:docChg chg="undo redo custSel addSld delSld modSld sldOrd modMainMaster">
      <pc:chgData name="(s) Kayleigh Soane" userId="f8dbaa42-2333-4e23-b28d-05c35a89c433" providerId="ADAL" clId="{336BB10F-BD23-42AC-9AD4-CF25DA6BEA2D}" dt="2026-01-12T14:58:08.596" v="6728" actId="20577"/>
      <pc:docMkLst>
        <pc:docMk/>
      </pc:docMkLst>
      <pc:sldChg chg="modSp del mod">
        <pc:chgData name="(s) Kayleigh Soane" userId="f8dbaa42-2333-4e23-b28d-05c35a89c433" providerId="ADAL" clId="{336BB10F-BD23-42AC-9AD4-CF25DA6BEA2D}" dt="2026-01-12T14:31:42.722" v="5314" actId="47"/>
        <pc:sldMkLst>
          <pc:docMk/>
          <pc:sldMk cId="1713219598" sldId="257"/>
        </pc:sldMkLst>
        <pc:spChg chg="mod">
          <ac:chgData name="(s) Kayleigh Soane" userId="f8dbaa42-2333-4e23-b28d-05c35a89c433" providerId="ADAL" clId="{336BB10F-BD23-42AC-9AD4-CF25DA6BEA2D}" dt="2026-01-11T12:39:59.581" v="4588" actId="20577"/>
          <ac:spMkLst>
            <pc:docMk/>
            <pc:sldMk cId="1713219598" sldId="257"/>
            <ac:spMk id="3" creationId="{5671D7E5-EF66-4BCD-8DAA-E9061157F0BE}"/>
          </ac:spMkLst>
        </pc:spChg>
      </pc:sldChg>
      <pc:sldChg chg="addSp delSp modSp mod ord">
        <pc:chgData name="(s) Kayleigh Soane" userId="f8dbaa42-2333-4e23-b28d-05c35a89c433" providerId="ADAL" clId="{336BB10F-BD23-42AC-9AD4-CF25DA6BEA2D}" dt="2026-01-12T14:58:08.596" v="6728" actId="20577"/>
        <pc:sldMkLst>
          <pc:docMk/>
          <pc:sldMk cId="3571516367" sldId="258"/>
        </pc:sldMkLst>
        <pc:spChg chg="mod">
          <ac:chgData name="(s) Kayleigh Soane" userId="f8dbaa42-2333-4e23-b28d-05c35a89c433" providerId="ADAL" clId="{336BB10F-BD23-42AC-9AD4-CF25DA6BEA2D}" dt="2026-01-10T13:22:51.279" v="2076"/>
          <ac:spMkLst>
            <pc:docMk/>
            <pc:sldMk cId="3571516367" sldId="258"/>
            <ac:spMk id="2" creationId="{0A32731C-311B-46F7-A865-6C3AF6B09A47}"/>
          </ac:spMkLst>
        </pc:spChg>
        <pc:spChg chg="mod">
          <ac:chgData name="(s) Kayleigh Soane" userId="f8dbaa42-2333-4e23-b28d-05c35a89c433" providerId="ADAL" clId="{336BB10F-BD23-42AC-9AD4-CF25DA6BEA2D}" dt="2026-01-12T14:58:08.596" v="6728" actId="20577"/>
          <ac:spMkLst>
            <pc:docMk/>
            <pc:sldMk cId="3571516367" sldId="258"/>
            <ac:spMk id="3" creationId="{9D5232F9-FD00-464A-9F17-619C91AEF8F3}"/>
          </ac:spMkLst>
        </pc:spChg>
        <pc:spChg chg="mod">
          <ac:chgData name="(s) Kayleigh Soane" userId="f8dbaa42-2333-4e23-b28d-05c35a89c433" providerId="ADAL" clId="{336BB10F-BD23-42AC-9AD4-CF25DA6BEA2D}" dt="2026-01-10T13:22:51.279" v="2076"/>
          <ac:spMkLst>
            <pc:docMk/>
            <pc:sldMk cId="3571516367" sldId="258"/>
            <ac:spMk id="14" creationId="{ECE635A2-70B8-3EAB-6A18-952B02EBAA1E}"/>
          </ac:spMkLst>
        </pc:spChg>
        <pc:picChg chg="add del mod">
          <ac:chgData name="(s) Kayleigh Soane" userId="f8dbaa42-2333-4e23-b28d-05c35a89c433" providerId="ADAL" clId="{336BB10F-BD23-42AC-9AD4-CF25DA6BEA2D}" dt="2026-01-11T13:53:06.935" v="5293" actId="478"/>
          <ac:picMkLst>
            <pc:docMk/>
            <pc:sldMk cId="3571516367" sldId="258"/>
            <ac:picMk id="5" creationId="{88874402-103D-D680-2BC2-FA766E9E89D5}"/>
          </ac:picMkLst>
        </pc:picChg>
      </pc:sldChg>
      <pc:sldChg chg="addSp delSp modSp mod">
        <pc:chgData name="(s) Kayleigh Soane" userId="f8dbaa42-2333-4e23-b28d-05c35a89c433" providerId="ADAL" clId="{336BB10F-BD23-42AC-9AD4-CF25DA6BEA2D}" dt="2026-01-12T14:31:14.653" v="5312" actId="20577"/>
        <pc:sldMkLst>
          <pc:docMk/>
          <pc:sldMk cId="1742861620" sldId="266"/>
        </pc:sldMkLst>
        <pc:spChg chg="mod">
          <ac:chgData name="(s) Kayleigh Soane" userId="f8dbaa42-2333-4e23-b28d-05c35a89c433" providerId="ADAL" clId="{336BB10F-BD23-42AC-9AD4-CF25DA6BEA2D}" dt="2026-01-12T14:31:14.653" v="5312" actId="20577"/>
          <ac:spMkLst>
            <pc:docMk/>
            <pc:sldMk cId="1742861620" sldId="266"/>
            <ac:spMk id="2" creationId="{4518FC28-E0BD-4387-B8BE-9965D1A57FF1}"/>
          </ac:spMkLst>
        </pc:spChg>
        <pc:spChg chg="mod">
          <ac:chgData name="(s) Kayleigh Soane" userId="f8dbaa42-2333-4e23-b28d-05c35a89c433" providerId="ADAL" clId="{336BB10F-BD23-42AC-9AD4-CF25DA6BEA2D}" dt="2026-01-11T12:59:14.283" v="4870" actId="20577"/>
          <ac:spMkLst>
            <pc:docMk/>
            <pc:sldMk cId="1742861620" sldId="266"/>
            <ac:spMk id="3" creationId="{FED19BCA-B61F-4EA6-A1FB-CCA3BD8506FB}"/>
          </ac:spMkLst>
        </pc:spChg>
        <pc:spChg chg="add mod">
          <ac:chgData name="(s) Kayleigh Soane" userId="f8dbaa42-2333-4e23-b28d-05c35a89c433" providerId="ADAL" clId="{336BB10F-BD23-42AC-9AD4-CF25DA6BEA2D}" dt="2026-01-10T15:53:52.578" v="3225" actId="14100"/>
          <ac:spMkLst>
            <pc:docMk/>
            <pc:sldMk cId="1742861620" sldId="266"/>
            <ac:spMk id="5" creationId="{DEB629A8-3BCF-3B08-E657-EB64E472242D}"/>
          </ac:spMkLst>
        </pc:spChg>
        <pc:spChg chg="mod">
          <ac:chgData name="(s) Kayleigh Soane" userId="f8dbaa42-2333-4e23-b28d-05c35a89c433" providerId="ADAL" clId="{336BB10F-BD23-42AC-9AD4-CF25DA6BEA2D}" dt="2026-01-10T13:22:51.279" v="2076"/>
          <ac:spMkLst>
            <pc:docMk/>
            <pc:sldMk cId="1742861620" sldId="266"/>
            <ac:spMk id="6" creationId="{7C4B8313-9270-4128-8674-3A3E42B806BC}"/>
          </ac:spMkLst>
        </pc:spChg>
      </pc:sldChg>
      <pc:sldChg chg="modSp del mod">
        <pc:chgData name="(s) Kayleigh Soane" userId="f8dbaa42-2333-4e23-b28d-05c35a89c433" providerId="ADAL" clId="{336BB10F-BD23-42AC-9AD4-CF25DA6BEA2D}" dt="2026-01-12T14:31:39.830" v="5313" actId="47"/>
        <pc:sldMkLst>
          <pc:docMk/>
          <pc:sldMk cId="608796113" sldId="278"/>
        </pc:sldMkLst>
      </pc:sldChg>
      <pc:sldChg chg="addSp delSp modSp add del mod">
        <pc:chgData name="(s) Kayleigh Soane" userId="f8dbaa42-2333-4e23-b28d-05c35a89c433" providerId="ADAL" clId="{336BB10F-BD23-42AC-9AD4-CF25DA6BEA2D}" dt="2026-01-12T14:31:46.035" v="5315" actId="47"/>
        <pc:sldMkLst>
          <pc:docMk/>
          <pc:sldMk cId="2241459136" sldId="279"/>
        </pc:sldMkLst>
      </pc:sldChg>
      <pc:sldChg chg="modSp mod ord">
        <pc:chgData name="(s) Kayleigh Soane" userId="f8dbaa42-2333-4e23-b28d-05c35a89c433" providerId="ADAL" clId="{336BB10F-BD23-42AC-9AD4-CF25DA6BEA2D}" dt="2026-01-11T13:33:15.613" v="5283"/>
        <pc:sldMkLst>
          <pc:docMk/>
          <pc:sldMk cId="334696707" sldId="280"/>
        </pc:sldMkLst>
        <pc:spChg chg="mod">
          <ac:chgData name="(s) Kayleigh Soane" userId="f8dbaa42-2333-4e23-b28d-05c35a89c433" providerId="ADAL" clId="{336BB10F-BD23-42AC-9AD4-CF25DA6BEA2D}" dt="2026-01-10T15:48:40.567" v="2856" actId="20577"/>
          <ac:spMkLst>
            <pc:docMk/>
            <pc:sldMk cId="334696707" sldId="280"/>
            <ac:spMk id="2" creationId="{566C97BE-403B-122E-90D1-2788978A0B6F}"/>
          </ac:spMkLst>
        </pc:spChg>
      </pc:sldChg>
      <pc:sldChg chg="addSp modSp mod ord modNotesTx">
        <pc:chgData name="(s) Kayleigh Soane" userId="f8dbaa42-2333-4e23-b28d-05c35a89c433" providerId="ADAL" clId="{336BB10F-BD23-42AC-9AD4-CF25DA6BEA2D}" dt="2026-01-12T14:53:47.001" v="6418" actId="20577"/>
        <pc:sldMkLst>
          <pc:docMk/>
          <pc:sldMk cId="103458723" sldId="281"/>
        </pc:sldMkLst>
        <pc:spChg chg="mod">
          <ac:chgData name="(s) Kayleigh Soane" userId="f8dbaa42-2333-4e23-b28d-05c35a89c433" providerId="ADAL" clId="{336BB10F-BD23-42AC-9AD4-CF25DA6BEA2D}" dt="2026-01-12T14:34:32.529" v="5660" actId="1076"/>
          <ac:spMkLst>
            <pc:docMk/>
            <pc:sldMk cId="103458723" sldId="281"/>
            <ac:spMk id="2" creationId="{A95E2E6A-35EC-1B8E-0FD7-8C67870ACA64}"/>
          </ac:spMkLst>
        </pc:spChg>
        <pc:spChg chg="mod">
          <ac:chgData name="(s) Kayleigh Soane" userId="f8dbaa42-2333-4e23-b28d-05c35a89c433" providerId="ADAL" clId="{336BB10F-BD23-42AC-9AD4-CF25DA6BEA2D}" dt="2026-01-10T13:22:51.279" v="2076"/>
          <ac:spMkLst>
            <pc:docMk/>
            <pc:sldMk cId="103458723" sldId="281"/>
            <ac:spMk id="8" creationId="{8F44A959-C2BB-9170-C99C-1A2EDB71B994}"/>
          </ac:spMkLst>
        </pc:spChg>
        <pc:spChg chg="mod">
          <ac:chgData name="(s) Kayleigh Soane" userId="f8dbaa42-2333-4e23-b28d-05c35a89c433" providerId="ADAL" clId="{336BB10F-BD23-42AC-9AD4-CF25DA6BEA2D}" dt="2026-01-12T14:34:32.529" v="5660" actId="1076"/>
          <ac:spMkLst>
            <pc:docMk/>
            <pc:sldMk cId="103458723" sldId="281"/>
            <ac:spMk id="12" creationId="{554B61B9-26F6-B304-92CD-03053DAAF2A8}"/>
          </ac:spMkLst>
        </pc:spChg>
        <pc:spChg chg="mod">
          <ac:chgData name="(s) Kayleigh Soane" userId="f8dbaa42-2333-4e23-b28d-05c35a89c433" providerId="ADAL" clId="{336BB10F-BD23-42AC-9AD4-CF25DA6BEA2D}" dt="2026-01-12T14:34:32.529" v="5660" actId="1076"/>
          <ac:spMkLst>
            <pc:docMk/>
            <pc:sldMk cId="103458723" sldId="281"/>
            <ac:spMk id="14" creationId="{CB9F9E8B-42CD-AC26-AFC9-F1F66695693B}"/>
          </ac:spMkLst>
        </pc:spChg>
        <pc:spChg chg="mod">
          <ac:chgData name="(s) Kayleigh Soane" userId="f8dbaa42-2333-4e23-b28d-05c35a89c433" providerId="ADAL" clId="{336BB10F-BD23-42AC-9AD4-CF25DA6BEA2D}" dt="2026-01-12T14:53:47.001" v="6418" actId="20577"/>
          <ac:spMkLst>
            <pc:docMk/>
            <pc:sldMk cId="103458723" sldId="281"/>
            <ac:spMk id="35" creationId="{EDBE6233-75E9-40D1-968F-58CA9AD0FF50}"/>
          </ac:spMkLst>
        </pc:spChg>
        <pc:spChg chg="mod">
          <ac:chgData name="(s) Kayleigh Soane" userId="f8dbaa42-2333-4e23-b28d-05c35a89c433" providerId="ADAL" clId="{336BB10F-BD23-42AC-9AD4-CF25DA6BEA2D}" dt="2026-01-12T14:34:32.529" v="5660" actId="1076"/>
          <ac:spMkLst>
            <pc:docMk/>
            <pc:sldMk cId="103458723" sldId="281"/>
            <ac:spMk id="50" creationId="{8F6B2AE9-DDE4-FD99-A235-3B39EEE21481}"/>
          </ac:spMkLst>
        </pc:spChg>
        <pc:picChg chg="add mod">
          <ac:chgData name="(s) Kayleigh Soane" userId="f8dbaa42-2333-4e23-b28d-05c35a89c433" providerId="ADAL" clId="{336BB10F-BD23-42AC-9AD4-CF25DA6BEA2D}" dt="2026-01-10T15:58:07.622" v="3271" actId="1076"/>
          <ac:picMkLst>
            <pc:docMk/>
            <pc:sldMk cId="103458723" sldId="281"/>
            <ac:picMk id="3" creationId="{DE2111D4-6BE5-1391-3360-BB1101D73FF2}"/>
          </ac:picMkLst>
        </pc:picChg>
      </pc:sldChg>
      <pc:sldChg chg="addSp delSp modSp del mod ord">
        <pc:chgData name="(s) Kayleigh Soane" userId="f8dbaa42-2333-4e23-b28d-05c35a89c433" providerId="ADAL" clId="{336BB10F-BD23-42AC-9AD4-CF25DA6BEA2D}" dt="2026-01-12T14:30:59.270" v="5294" actId="47"/>
        <pc:sldMkLst>
          <pc:docMk/>
          <pc:sldMk cId="636929804" sldId="282"/>
        </pc:sldMkLst>
        <pc:spChg chg="mod">
          <ac:chgData name="(s) Kayleigh Soane" userId="f8dbaa42-2333-4e23-b28d-05c35a89c433" providerId="ADAL" clId="{336BB10F-BD23-42AC-9AD4-CF25DA6BEA2D}" dt="2026-01-11T12:55:38.352" v="4664" actId="20577"/>
          <ac:spMkLst>
            <pc:docMk/>
            <pc:sldMk cId="636929804" sldId="282"/>
            <ac:spMk id="14" creationId="{5112969F-EB84-49D5-7100-1FB28870FB30}"/>
          </ac:spMkLst>
        </pc:spChg>
        <pc:picChg chg="add del mod">
          <ac:chgData name="(s) Kayleigh Soane" userId="f8dbaa42-2333-4e23-b28d-05c35a89c433" providerId="ADAL" clId="{336BB10F-BD23-42AC-9AD4-CF25DA6BEA2D}" dt="2026-01-11T13:20:59.677" v="4889" actId="478"/>
          <ac:picMkLst>
            <pc:docMk/>
            <pc:sldMk cId="636929804" sldId="282"/>
            <ac:picMk id="12" creationId="{B8728272-9809-EC82-E907-3E31BC6E8F0A}"/>
          </ac:picMkLst>
        </pc:picChg>
      </pc:sldChg>
      <pc:sldChg chg="modSp add del mod ord">
        <pc:chgData name="(s) Kayleigh Soane" userId="f8dbaa42-2333-4e23-b28d-05c35a89c433" providerId="ADAL" clId="{336BB10F-BD23-42AC-9AD4-CF25DA6BEA2D}" dt="2026-01-12T14:31:04.565" v="5295" actId="47"/>
        <pc:sldMkLst>
          <pc:docMk/>
          <pc:sldMk cId="314707367" sldId="285"/>
        </pc:sldMkLst>
      </pc:sldChg>
      <pc:sldChg chg="addSp delSp modSp add mod ord modClrScheme chgLayout">
        <pc:chgData name="(s) Kayleigh Soane" userId="f8dbaa42-2333-4e23-b28d-05c35a89c433" providerId="ADAL" clId="{336BB10F-BD23-42AC-9AD4-CF25DA6BEA2D}" dt="2026-01-11T13:26:24.374" v="4909" actId="1076"/>
        <pc:sldMkLst>
          <pc:docMk/>
          <pc:sldMk cId="1441670668" sldId="288"/>
        </pc:sldMkLst>
        <pc:spChg chg="mod ord">
          <ac:chgData name="(s) Kayleigh Soane" userId="f8dbaa42-2333-4e23-b28d-05c35a89c433" providerId="ADAL" clId="{336BB10F-BD23-42AC-9AD4-CF25DA6BEA2D}" dt="2026-01-10T13:22:51.279" v="2076"/>
          <ac:spMkLst>
            <pc:docMk/>
            <pc:sldMk cId="1441670668" sldId="288"/>
            <ac:spMk id="8" creationId="{BE3F1AAE-A470-05B6-0C85-F0C461CD5584}"/>
          </ac:spMkLst>
        </pc:spChg>
        <pc:spChg chg="mod ord">
          <ac:chgData name="(s) Kayleigh Soane" userId="f8dbaa42-2333-4e23-b28d-05c35a89c433" providerId="ADAL" clId="{336BB10F-BD23-42AC-9AD4-CF25DA6BEA2D}" dt="2026-01-10T13:23:09.210" v="2080" actId="20577"/>
          <ac:spMkLst>
            <pc:docMk/>
            <pc:sldMk cId="1441670668" sldId="288"/>
            <ac:spMk id="35" creationId="{D74F0283-B96D-AAD7-1F70-AB90C3876AFD}"/>
          </ac:spMkLst>
        </pc:spChg>
        <pc:picChg chg="add mod">
          <ac:chgData name="(s) Kayleigh Soane" userId="f8dbaa42-2333-4e23-b28d-05c35a89c433" providerId="ADAL" clId="{336BB10F-BD23-42AC-9AD4-CF25DA6BEA2D}" dt="2026-01-11T13:26:24.374" v="4909" actId="1076"/>
          <ac:picMkLst>
            <pc:docMk/>
            <pc:sldMk cId="1441670668" sldId="288"/>
            <ac:picMk id="23" creationId="{F5926374-17E2-99D1-6D4D-1F6F1502CEA0}"/>
          </ac:picMkLst>
        </pc:picChg>
      </pc:sldChg>
      <pc:sldChg chg="addSp delSp modSp add mod">
        <pc:chgData name="(s) Kayleigh Soane" userId="f8dbaa42-2333-4e23-b28d-05c35a89c433" providerId="ADAL" clId="{336BB10F-BD23-42AC-9AD4-CF25DA6BEA2D}" dt="2026-01-11T12:45:53.784" v="4589" actId="113"/>
        <pc:sldMkLst>
          <pc:docMk/>
          <pc:sldMk cId="3632911555" sldId="289"/>
        </pc:sldMkLst>
        <pc:spChg chg="mod">
          <ac:chgData name="(s) Kayleigh Soane" userId="f8dbaa42-2333-4e23-b28d-05c35a89c433" providerId="ADAL" clId="{336BB10F-BD23-42AC-9AD4-CF25DA6BEA2D}" dt="2026-01-11T12:45:53.784" v="4589" actId="113"/>
          <ac:spMkLst>
            <pc:docMk/>
            <pc:sldMk cId="3632911555" sldId="289"/>
            <ac:spMk id="2" creationId="{BEEEFAE7-FFCD-4D3F-8202-79C1B2BCECED}"/>
          </ac:spMkLst>
        </pc:spChg>
        <pc:spChg chg="add mod">
          <ac:chgData name="(s) Kayleigh Soane" userId="f8dbaa42-2333-4e23-b28d-05c35a89c433" providerId="ADAL" clId="{336BB10F-BD23-42AC-9AD4-CF25DA6BEA2D}" dt="2026-01-10T16:09:21.001" v="4033" actId="478"/>
          <ac:spMkLst>
            <pc:docMk/>
            <pc:sldMk cId="3632911555" sldId="289"/>
            <ac:spMk id="4" creationId="{BE4E3D94-34BC-3EF2-2C69-56747E471936}"/>
          </ac:spMkLst>
        </pc:spChg>
      </pc:sldChg>
      <pc:sldChg chg="modSp new add del mod ord">
        <pc:chgData name="(s) Kayleigh Soane" userId="f8dbaa42-2333-4e23-b28d-05c35a89c433" providerId="ADAL" clId="{336BB10F-BD23-42AC-9AD4-CF25DA6BEA2D}" dt="2026-01-11T12:52:32.738" v="4607" actId="47"/>
        <pc:sldMkLst>
          <pc:docMk/>
          <pc:sldMk cId="723270069" sldId="290"/>
        </pc:sldMkLst>
      </pc:sldChg>
      <pc:sldChg chg="addSp delSp modSp new mod ord">
        <pc:chgData name="(s) Kayleigh Soane" userId="f8dbaa42-2333-4e23-b28d-05c35a89c433" providerId="ADAL" clId="{336BB10F-BD23-42AC-9AD4-CF25DA6BEA2D}" dt="2026-01-10T16:55:23.563" v="4535"/>
        <pc:sldMkLst>
          <pc:docMk/>
          <pc:sldMk cId="2512479877" sldId="291"/>
        </pc:sldMkLst>
        <pc:spChg chg="mod">
          <ac:chgData name="(s) Kayleigh Soane" userId="f8dbaa42-2333-4e23-b28d-05c35a89c433" providerId="ADAL" clId="{336BB10F-BD23-42AC-9AD4-CF25DA6BEA2D}" dt="2026-01-10T15:47:51.491" v="2823" actId="20577"/>
          <ac:spMkLst>
            <pc:docMk/>
            <pc:sldMk cId="2512479877" sldId="291"/>
            <ac:spMk id="2" creationId="{23D86E6A-8382-03D0-13A3-6780C6F6FB4D}"/>
          </ac:spMkLst>
        </pc:spChg>
        <pc:picChg chg="add mod">
          <ac:chgData name="(s) Kayleigh Soane" userId="f8dbaa42-2333-4e23-b28d-05c35a89c433" providerId="ADAL" clId="{336BB10F-BD23-42AC-9AD4-CF25DA6BEA2D}" dt="2026-01-10T15:48:25.975" v="2830" actId="1076"/>
          <ac:picMkLst>
            <pc:docMk/>
            <pc:sldMk cId="2512479877" sldId="291"/>
            <ac:picMk id="19" creationId="{DC9F06BF-7D4D-3410-BF65-CB866082C8D6}"/>
          </ac:picMkLst>
        </pc:picChg>
      </pc:sldChg>
      <pc:sldChg chg="modSp new mod">
        <pc:chgData name="(s) Kayleigh Soane" userId="f8dbaa42-2333-4e23-b28d-05c35a89c433" providerId="ADAL" clId="{336BB10F-BD23-42AC-9AD4-CF25DA6BEA2D}" dt="2026-01-10T15:58:56.223" v="3318" actId="20577"/>
        <pc:sldMkLst>
          <pc:docMk/>
          <pc:sldMk cId="2182441734" sldId="292"/>
        </pc:sldMkLst>
        <pc:spChg chg="mod">
          <ac:chgData name="(s) Kayleigh Soane" userId="f8dbaa42-2333-4e23-b28d-05c35a89c433" providerId="ADAL" clId="{336BB10F-BD23-42AC-9AD4-CF25DA6BEA2D}" dt="2026-01-10T15:58:56.223" v="3318" actId="20577"/>
          <ac:spMkLst>
            <pc:docMk/>
            <pc:sldMk cId="2182441734" sldId="292"/>
            <ac:spMk id="2" creationId="{7ABCA516-9F53-CAE5-7198-ECDE5EF754CB}"/>
          </ac:spMkLst>
        </pc:spChg>
      </pc:sldChg>
      <pc:sldChg chg="addSp delSp modSp new mod ord">
        <pc:chgData name="(s) Kayleigh Soane" userId="f8dbaa42-2333-4e23-b28d-05c35a89c433" providerId="ADAL" clId="{336BB10F-BD23-42AC-9AD4-CF25DA6BEA2D}" dt="2026-01-11T12:52:26.232" v="4606"/>
        <pc:sldMkLst>
          <pc:docMk/>
          <pc:sldMk cId="4266614279" sldId="293"/>
        </pc:sldMkLst>
        <pc:spChg chg="mod">
          <ac:chgData name="(s) Kayleigh Soane" userId="f8dbaa42-2333-4e23-b28d-05c35a89c433" providerId="ADAL" clId="{336BB10F-BD23-42AC-9AD4-CF25DA6BEA2D}" dt="2026-01-10T16:18:02.952" v="4110" actId="20577"/>
          <ac:spMkLst>
            <pc:docMk/>
            <pc:sldMk cId="4266614279" sldId="293"/>
            <ac:spMk id="2" creationId="{E0F8A640-CABE-144C-6908-44F00F06647D}"/>
          </ac:spMkLst>
        </pc:spChg>
      </pc:sldChg>
      <pc:sldChg chg="addSp delSp modSp new mod">
        <pc:chgData name="(s) Kayleigh Soane" userId="f8dbaa42-2333-4e23-b28d-05c35a89c433" providerId="ADAL" clId="{336BB10F-BD23-42AC-9AD4-CF25DA6BEA2D}" dt="2026-01-11T13:21:29.166" v="4907" actId="1076"/>
        <pc:sldMkLst>
          <pc:docMk/>
          <pc:sldMk cId="1877172638" sldId="294"/>
        </pc:sldMkLst>
        <pc:spChg chg="mod">
          <ac:chgData name="(s) Kayleigh Soane" userId="f8dbaa42-2333-4e23-b28d-05c35a89c433" providerId="ADAL" clId="{336BB10F-BD23-42AC-9AD4-CF25DA6BEA2D}" dt="2026-01-11T13:21:22.358" v="4904" actId="20577"/>
          <ac:spMkLst>
            <pc:docMk/>
            <pc:sldMk cId="1877172638" sldId="294"/>
            <ac:spMk id="2" creationId="{BDBA17D4-C890-7A1E-9041-B2B69AF7AA26}"/>
          </ac:spMkLst>
        </pc:spChg>
        <pc:spChg chg="del">
          <ac:chgData name="(s) Kayleigh Soane" userId="f8dbaa42-2333-4e23-b28d-05c35a89c433" providerId="ADAL" clId="{336BB10F-BD23-42AC-9AD4-CF25DA6BEA2D}" dt="2026-01-11T13:21:14.676" v="4891" actId="478"/>
          <ac:spMkLst>
            <pc:docMk/>
            <pc:sldMk cId="1877172638" sldId="294"/>
            <ac:spMk id="4" creationId="{01DE5206-3EF5-FF03-3630-EB8726FF403F}"/>
          </ac:spMkLst>
        </pc:spChg>
        <pc:picChg chg="add mod">
          <ac:chgData name="(s) Kayleigh Soane" userId="f8dbaa42-2333-4e23-b28d-05c35a89c433" providerId="ADAL" clId="{336BB10F-BD23-42AC-9AD4-CF25DA6BEA2D}" dt="2026-01-11T13:21:29.166" v="4907" actId="1076"/>
          <ac:picMkLst>
            <pc:docMk/>
            <pc:sldMk cId="1877172638" sldId="294"/>
            <ac:picMk id="6" creationId="{540C0C47-FB7A-C9E2-B7C8-99036486E97E}"/>
          </ac:picMkLst>
        </pc:picChg>
      </pc:sldChg>
      <pc:sldChg chg="modSp new del mod">
        <pc:chgData name="(s) Kayleigh Soane" userId="f8dbaa42-2333-4e23-b28d-05c35a89c433" providerId="ADAL" clId="{336BB10F-BD23-42AC-9AD4-CF25DA6BEA2D}" dt="2026-01-11T13:32:52.922" v="5259" actId="47"/>
        <pc:sldMkLst>
          <pc:docMk/>
          <pc:sldMk cId="373875622" sldId="295"/>
        </pc:sldMkLst>
        <pc:spChg chg="mod">
          <ac:chgData name="(s) Kayleigh Soane" userId="f8dbaa42-2333-4e23-b28d-05c35a89c433" providerId="ADAL" clId="{336BB10F-BD23-42AC-9AD4-CF25DA6BEA2D}" dt="2026-01-11T13:30:51.530" v="4934" actId="20577"/>
          <ac:spMkLst>
            <pc:docMk/>
            <pc:sldMk cId="373875622" sldId="295"/>
            <ac:spMk id="2" creationId="{9E6193C5-7DC0-039E-F7C0-A4F9954B2F0D}"/>
          </ac:spMkLst>
        </pc:spChg>
      </pc:sldChg>
      <pc:sldChg chg="new del">
        <pc:chgData name="(s) Kayleigh Soane" userId="f8dbaa42-2333-4e23-b28d-05c35a89c433" providerId="ADAL" clId="{336BB10F-BD23-42AC-9AD4-CF25DA6BEA2D}" dt="2026-01-11T13:30:22.905" v="4911" actId="47"/>
        <pc:sldMkLst>
          <pc:docMk/>
          <pc:sldMk cId="2056402382" sldId="295"/>
        </pc:sldMkLst>
      </pc:sldChg>
      <pc:sldChg chg="addSp modSp new del mod">
        <pc:chgData name="(s) Kayleigh Soane" userId="f8dbaa42-2333-4e23-b28d-05c35a89c433" providerId="ADAL" clId="{336BB10F-BD23-42AC-9AD4-CF25DA6BEA2D}" dt="2026-01-12T14:34:43.087" v="5661" actId="47"/>
        <pc:sldMkLst>
          <pc:docMk/>
          <pc:sldMk cId="1585666252" sldId="296"/>
        </pc:sldMkLst>
        <pc:spChg chg="mod">
          <ac:chgData name="(s) Kayleigh Soane" userId="f8dbaa42-2333-4e23-b28d-05c35a89c433" providerId="ADAL" clId="{336BB10F-BD23-42AC-9AD4-CF25DA6BEA2D}" dt="2026-01-11T13:49:22.954" v="5289" actId="1076"/>
          <ac:spMkLst>
            <pc:docMk/>
            <pc:sldMk cId="1585666252" sldId="296"/>
            <ac:spMk id="2" creationId="{09DFF6B1-A9D2-32FD-AED3-A8F8FA1D519B}"/>
          </ac:spMkLst>
        </pc:spChg>
        <pc:spChg chg="mod">
          <ac:chgData name="(s) Kayleigh Soane" userId="f8dbaa42-2333-4e23-b28d-05c35a89c433" providerId="ADAL" clId="{336BB10F-BD23-42AC-9AD4-CF25DA6BEA2D}" dt="2026-01-11T13:49:22.954" v="5289" actId="1076"/>
          <ac:spMkLst>
            <pc:docMk/>
            <pc:sldMk cId="1585666252" sldId="296"/>
            <ac:spMk id="5" creationId="{37BC3FC6-24A2-90FC-3874-8559F78CB6C5}"/>
          </ac:spMkLst>
        </pc:spChg>
        <pc:picChg chg="add mod">
          <ac:chgData name="(s) Kayleigh Soane" userId="f8dbaa42-2333-4e23-b28d-05c35a89c433" providerId="ADAL" clId="{336BB10F-BD23-42AC-9AD4-CF25DA6BEA2D}" dt="2026-01-11T13:49:26.824" v="5290" actId="1076"/>
          <ac:picMkLst>
            <pc:docMk/>
            <pc:sldMk cId="1585666252" sldId="296"/>
            <ac:picMk id="7" creationId="{EC337554-CE7B-8AEB-E5A7-62C5A92EBCD9}"/>
          </ac:picMkLst>
        </pc:picChg>
      </pc:sldChg>
      <pc:sldMasterChg chg="setBg modSldLayout">
        <pc:chgData name="(s) Kayleigh Soane" userId="f8dbaa42-2333-4e23-b28d-05c35a89c433" providerId="ADAL" clId="{336BB10F-BD23-42AC-9AD4-CF25DA6BEA2D}" dt="2026-01-10T13:23:04.938" v="2078"/>
        <pc:sldMasterMkLst>
          <pc:docMk/>
          <pc:sldMasterMk cId="2319061225" sldId="2147483648"/>
        </pc:sldMasterMkLst>
        <pc:sldLayoutChg chg="setBg">
          <pc:chgData name="(s) Kayleigh Soane" userId="f8dbaa42-2333-4e23-b28d-05c35a89c433" providerId="ADAL" clId="{336BB10F-BD23-42AC-9AD4-CF25DA6BEA2D}" dt="2026-01-10T13:23:04.938" v="2078"/>
          <pc:sldLayoutMkLst>
            <pc:docMk/>
            <pc:sldMasterMk cId="2319061225" sldId="2147483648"/>
            <pc:sldLayoutMk cId="982124936" sldId="2147483650"/>
          </pc:sldLayoutMkLst>
        </pc:sldLayoutChg>
        <pc:sldLayoutChg chg="setBg">
          <pc:chgData name="(s) Kayleigh Soane" userId="f8dbaa42-2333-4e23-b28d-05c35a89c433" providerId="ADAL" clId="{336BB10F-BD23-42AC-9AD4-CF25DA6BEA2D}" dt="2026-01-10T13:23:04.938" v="2078"/>
          <pc:sldLayoutMkLst>
            <pc:docMk/>
            <pc:sldMasterMk cId="2319061225" sldId="2147483648"/>
            <pc:sldLayoutMk cId="2432451945" sldId="2147483653"/>
          </pc:sldLayoutMkLst>
        </pc:sldLayoutChg>
        <pc:sldLayoutChg chg="setBg">
          <pc:chgData name="(s) Kayleigh Soane" userId="f8dbaa42-2333-4e23-b28d-05c35a89c433" providerId="ADAL" clId="{336BB10F-BD23-42AC-9AD4-CF25DA6BEA2D}" dt="2026-01-10T13:23:04.938" v="2078"/>
          <pc:sldLayoutMkLst>
            <pc:docMk/>
            <pc:sldMasterMk cId="2319061225" sldId="2147483648"/>
            <pc:sldLayoutMk cId="1291140423" sldId="2147483665"/>
          </pc:sldLayoutMkLst>
        </pc:sldLayoutChg>
        <pc:sldLayoutChg chg="setBg">
          <pc:chgData name="(s) Kayleigh Soane" userId="f8dbaa42-2333-4e23-b28d-05c35a89c433" providerId="ADAL" clId="{336BB10F-BD23-42AC-9AD4-CF25DA6BEA2D}" dt="2026-01-10T13:23:04.938" v="2078"/>
          <pc:sldLayoutMkLst>
            <pc:docMk/>
            <pc:sldMasterMk cId="2319061225" sldId="2147483648"/>
            <pc:sldLayoutMk cId="3370680036" sldId="2147483667"/>
          </pc:sldLayoutMkLst>
        </pc:sldLayoutChg>
        <pc:sldLayoutChg chg="setBg">
          <pc:chgData name="(s) Kayleigh Soane" userId="f8dbaa42-2333-4e23-b28d-05c35a89c433" providerId="ADAL" clId="{336BB10F-BD23-42AC-9AD4-CF25DA6BEA2D}" dt="2026-01-10T13:23:04.938" v="2078"/>
          <pc:sldLayoutMkLst>
            <pc:docMk/>
            <pc:sldMasterMk cId="2319061225" sldId="2147483648"/>
            <pc:sldLayoutMk cId="1282501794" sldId="2147483669"/>
          </pc:sldLayoutMkLst>
        </pc:sldLayoutChg>
        <pc:sldLayoutChg chg="setBg">
          <pc:chgData name="(s) Kayleigh Soane" userId="f8dbaa42-2333-4e23-b28d-05c35a89c433" providerId="ADAL" clId="{336BB10F-BD23-42AC-9AD4-CF25DA6BEA2D}" dt="2026-01-10T13:23:04.938" v="2078"/>
          <pc:sldLayoutMkLst>
            <pc:docMk/>
            <pc:sldMasterMk cId="2319061225" sldId="2147483648"/>
            <pc:sldLayoutMk cId="3754018643" sldId="2147483670"/>
          </pc:sldLayoutMkLst>
        </pc:sldLayoutChg>
        <pc:sldLayoutChg chg="setBg">
          <pc:chgData name="(s) Kayleigh Soane" userId="f8dbaa42-2333-4e23-b28d-05c35a89c433" providerId="ADAL" clId="{336BB10F-BD23-42AC-9AD4-CF25DA6BEA2D}" dt="2026-01-10T13:23:04.938" v="2078"/>
          <pc:sldLayoutMkLst>
            <pc:docMk/>
            <pc:sldMasterMk cId="2319061225" sldId="2147483648"/>
            <pc:sldLayoutMk cId="440329692" sldId="2147483671"/>
          </pc:sldLayoutMkLst>
        </pc:sldLayoutChg>
        <pc:sldLayoutChg chg="setBg">
          <pc:chgData name="(s) Kayleigh Soane" userId="f8dbaa42-2333-4e23-b28d-05c35a89c433" providerId="ADAL" clId="{336BB10F-BD23-42AC-9AD4-CF25DA6BEA2D}" dt="2026-01-10T13:23:04.938" v="2078"/>
          <pc:sldLayoutMkLst>
            <pc:docMk/>
            <pc:sldMasterMk cId="2319061225" sldId="2147483648"/>
            <pc:sldLayoutMk cId="284012778" sldId="2147483672"/>
          </pc:sldLayoutMkLst>
        </pc:sldLayoutChg>
        <pc:sldLayoutChg chg="setBg">
          <pc:chgData name="(s) Kayleigh Soane" userId="f8dbaa42-2333-4e23-b28d-05c35a89c433" providerId="ADAL" clId="{336BB10F-BD23-42AC-9AD4-CF25DA6BEA2D}" dt="2026-01-10T13:23:04.938" v="2078"/>
          <pc:sldLayoutMkLst>
            <pc:docMk/>
            <pc:sldMasterMk cId="2319061225" sldId="2147483648"/>
            <pc:sldLayoutMk cId="2112085538" sldId="2147483673"/>
          </pc:sldLayoutMkLst>
        </pc:sldLayoutChg>
        <pc:sldLayoutChg chg="setBg">
          <pc:chgData name="(s) Kayleigh Soane" userId="f8dbaa42-2333-4e23-b28d-05c35a89c433" providerId="ADAL" clId="{336BB10F-BD23-42AC-9AD4-CF25DA6BEA2D}" dt="2026-01-10T13:23:04.938" v="2078"/>
          <pc:sldLayoutMkLst>
            <pc:docMk/>
            <pc:sldMasterMk cId="2319061225" sldId="2147483648"/>
            <pc:sldLayoutMk cId="2328081630" sldId="214748367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11A9-F062-2157-D75B-644ADDBD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AC23F-AA7F-9BF2-0F2A-0EA2A249D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1C704-6EDE-4429-F4CF-8C4BB4682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3BCBD-142E-1D31-3FAA-55FBFDE40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25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4C43-BDA0-B5BD-0A32-9AA35CF4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1F6EA-D046-FD56-80BA-C902F0387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2FDDD-BDDB-FC02-3103-F67DB0A5B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5B102-A4A6-F81A-BFA5-BE4BC08B4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224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AAA08-7C65-E964-193A-AF3145DF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FAE7-FFCD-4D3F-8202-79C1B2BCE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4066903"/>
          </a:xfrm>
        </p:spPr>
        <p:txBody>
          <a:bodyPr/>
          <a:lstStyle/>
          <a:p>
            <a:r>
              <a:rPr lang="en-US" dirty="0"/>
              <a:t>Mid-project review</a:t>
            </a:r>
            <a:br>
              <a:rPr lang="en-US" dirty="0"/>
            </a:br>
            <a:br>
              <a:rPr lang="en-US" b="1" dirty="0"/>
            </a:br>
            <a:r>
              <a:rPr lang="en-US" sz="66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Wordio</a:t>
            </a:r>
            <a:br>
              <a:rPr lang="en-US" sz="2400" dirty="0"/>
            </a:br>
            <a:r>
              <a:rPr lang="en-US" sz="2400" dirty="0"/>
              <a:t>Kayleigh Soane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5DF37B-2DDF-3AA1-4584-913B2D679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E4E3D94-34BC-3EF2-2C69-56747E4719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911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/>
          </a:bodyPr>
          <a:lstStyle/>
          <a:p>
            <a:r>
              <a:rPr lang="en-US" sz="5400" b="1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Wordio</a:t>
            </a:r>
            <a:endParaRPr lang="en-US" sz="5400" b="1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Translation tool</a:t>
            </a:r>
          </a:p>
          <a:p>
            <a:pPr marL="285750" lvl="1"/>
            <a:r>
              <a:rPr lang="en-US" dirty="0"/>
              <a:t>New to coding, wanted to challenge myself but not overwhelm myself</a:t>
            </a:r>
          </a:p>
          <a:p>
            <a:pPr marL="285750" lvl="1"/>
            <a:r>
              <a:rPr lang="en-US" dirty="0"/>
              <a:t>Was suggested it, had a lot of ideas for it</a:t>
            </a:r>
          </a:p>
          <a:p>
            <a:pPr marL="285750" lvl="1"/>
            <a:r>
              <a:rPr lang="en-US" dirty="0"/>
              <a:t>Was looking forward </a:t>
            </a:r>
            <a:r>
              <a:rPr lang="en-US"/>
              <a:t>to designing the UI</a:t>
            </a:r>
            <a:endParaRPr lang="en-US" dirty="0"/>
          </a:p>
          <a:p>
            <a:pPr marL="285750" lvl="1"/>
            <a:r>
              <a:rPr lang="en-US" dirty="0"/>
              <a:t>Useful tool that many people use daily</a:t>
            </a:r>
          </a:p>
          <a:p>
            <a:pPr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011" y="-275376"/>
            <a:ext cx="8420100" cy="1780860"/>
          </a:xfrm>
        </p:spPr>
        <p:txBody>
          <a:bodyPr/>
          <a:lstStyle/>
          <a:p>
            <a:r>
              <a:rPr lang="en-US" dirty="0"/>
              <a:t>Project plan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2674" y="1586039"/>
            <a:ext cx="3924300" cy="464499"/>
          </a:xfrm>
        </p:spPr>
        <p:txBody>
          <a:bodyPr/>
          <a:lstStyle/>
          <a:p>
            <a:r>
              <a:rPr lang="en-US" dirty="0"/>
              <a:t>Project communication sessions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113011" y="1982621"/>
            <a:ext cx="3943627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text input, output and language selectors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Accessibility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About button, </a:t>
            </a:r>
            <a:r>
              <a:rPr lang="en-US" dirty="0" err="1"/>
              <a:t>github</a:t>
            </a:r>
            <a:r>
              <a:rPr lang="en-US" dirty="0"/>
              <a:t> 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Morse code translation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Copy, text to speech, swap buttons not coded yet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Translation API not yet implemented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13011" y="4901100"/>
            <a:ext cx="3943627" cy="464499"/>
          </a:xfrm>
        </p:spPr>
        <p:txBody>
          <a:bodyPr/>
          <a:lstStyle/>
          <a:p>
            <a:r>
              <a:rPr lang="en-US" dirty="0"/>
              <a:t>Project communication sessions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113011" y="5365599"/>
            <a:ext cx="3943627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Advised to focus on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Gantt chart and sprint creation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2111D4-6BE5-1391-3360-BB1101D73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215" y="1032459"/>
            <a:ext cx="4568687" cy="479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A17D4-C890-7A1E-9041-B2B69AF7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Gantt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CF99E-C4A9-9E38-829B-8D6B9638E4D7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A430F-27E0-A602-6DD9-89A99B0F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0C0C47-FB7A-C9E2-B7C8-99036486E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62" y="895350"/>
            <a:ext cx="6175738" cy="515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7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dirty="0"/>
              <a:t>Initial UML models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86E6A-8382-03D0-13A3-6780C6F6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99035-0795-6AA4-F9DA-ED4A6B11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9" name="Picture 18" descr="UML showing users interaction with inputting text and getting a translation with choices from language dropdowns">
            <a:extLst>
              <a:ext uri="{FF2B5EF4-FFF2-40B4-BE49-F238E27FC236}">
                <a16:creationId xmlns:a16="http://schemas.microsoft.com/office/drawing/2014/main" id="{DC9F06BF-7D4D-3410-BF65-CB866082C8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81" y="288926"/>
            <a:ext cx="11655038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7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75CBA-0626-C749-714D-CAB647A6C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3F1AAE-A470-05B6-0C85-F0C461CD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D74F0283-B96D-AAD7-1F70-AB90C3876AF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536970" y="2398481"/>
            <a:ext cx="3248025" cy="3238500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interaction/case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Sitemap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Behavioral diagram – interaction between elements</a:t>
            </a:r>
          </a:p>
          <a:p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5926374-17E2-99D1-6D4D-1F6F1502C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6" y="1221019"/>
            <a:ext cx="12102994" cy="465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70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8A640-CABE-144C-6908-44F00F0664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Initial prototype</a:t>
            </a:r>
          </a:p>
        </p:txBody>
      </p:sp>
    </p:spTree>
    <p:extLst>
      <p:ext uri="{BB962C8B-B14F-4D97-AF65-F5344CB8AC3E}">
        <p14:creationId xmlns:p14="http://schemas.microsoft.com/office/powerpoint/2010/main" val="426661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955" y="660400"/>
            <a:ext cx="5884027" cy="1204912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81955" y="2263773"/>
            <a:ext cx="5907176" cy="409257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to html, </a:t>
            </a:r>
            <a:r>
              <a:rPr lang="en-US" dirty="0" err="1"/>
              <a:t>css</a:t>
            </a:r>
            <a:r>
              <a:rPr lang="en-US" dirty="0"/>
              <a:t>, </a:t>
            </a:r>
            <a:r>
              <a:rPr lang="en-US" dirty="0" err="1"/>
              <a:t>js</a:t>
            </a:r>
            <a:r>
              <a:rPr lang="en-US" dirty="0"/>
              <a:t>. Never used it outside of tutorials in lab sessions earlier this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Making morse code translation helped build beginning </a:t>
            </a:r>
            <a:r>
              <a:rPr lang="en-US" dirty="0" err="1"/>
              <a:t>js</a:t>
            </a:r>
            <a:r>
              <a:rPr lang="en-US" dirty="0"/>
              <a:t>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Didn’t know JS language so had to do lots if research on how to write the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Followed guides to learn how to add more modern features to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Biggest challenge is the API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EB629A8-3BCF-3B08-E657-EB64E47224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A516-9F53-CAE5-7198-ECDE5EF754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9239E-35A1-7985-9000-0F5BEDFD28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36DA3-4051-34C5-21CE-0B380782F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4417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2979</TotalTime>
  <Words>198</Words>
  <Application>Microsoft Office PowerPoint</Application>
  <PresentationFormat>Widescreen</PresentationFormat>
  <Paragraphs>44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Tenorite</vt:lpstr>
      <vt:lpstr>Custom</vt:lpstr>
      <vt:lpstr>Mid-project review  Wordio Kayleigh Soane</vt:lpstr>
      <vt:lpstr>Wordio</vt:lpstr>
      <vt:lpstr>Project plan</vt:lpstr>
      <vt:lpstr>Gantt chart</vt:lpstr>
      <vt:lpstr>Initial UML models</vt:lpstr>
      <vt:lpstr>PowerPoint Presentation</vt:lpstr>
      <vt:lpstr>PowerPoint Presentation</vt:lpstr>
      <vt:lpstr>Initial prototype</vt:lpstr>
      <vt:lpstr>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Kayleigh Soane</dc:creator>
  <cp:lastModifiedBy>(s) Kayleigh Soane</cp:lastModifiedBy>
  <cp:revision>1</cp:revision>
  <dcterms:created xsi:type="dcterms:W3CDTF">2026-01-10T11:11:38Z</dcterms:created>
  <dcterms:modified xsi:type="dcterms:W3CDTF">2026-01-12T14:58:12Z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